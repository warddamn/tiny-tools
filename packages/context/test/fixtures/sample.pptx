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lstStyle/>
          <a:p>
            <a:r>
              <a:rPr lang="en-US"/>
              <a:t>Q3 Business Review</a:t>
            </a:r>
          </a:p>
        </p:txBody>
      </p:sp>
      <p:sp>
        <p:nvSpPr>
          <p:cNvPr id="3" name="Subtitle 2"/>
          <p:cNvSpPr/>
          <p:nvPr>
            <p:ph type="subTitle"/>
          </p:nvPr>
        </p:nvSpPr>
        <p:spPr/>
        <p:txBody>
          <a:bodyPr/>
          <a:lstStyle/>
          <a:p>
            <a:r>
              <a:rPr lang="en-US"/>
              <a:t>Prepared by the PD team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Pricing Update</a:t>
            </a:r>
          </a:p>
        </p:txBody>
      </p:sp>
      <p:sp>
        <p:nvSpPr>
          <p:cNvPr id="3" name="Content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Base price rises 4% in October</a:t>
            </a:r>
          </a:p>
          <a:p>
            <a:r>
              <a:rPr lang="en-US"/>
              <a:t>Volume discounts unchanged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graphicFrame>
        <p:nvGraphicFramePr>
          <p:cNvPr id="4" name="Table 4"/>
          <p:cNvGraphicFramePr/>
          <p:nvPr/>
        </p:nvGraphicFramePr>
        <p:xfrm/>
        <a:graphic>
          <a:graphicData uri="http://schemas.openxmlformats.org/drawingml/2006/table">
            <a:tbl>
              <a:tr>
                <a:tc>
                  <a:txBody>
                    <a:bodyPr/>
                    <a:p>
                      <a:r>
                        <a:t>Owner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Task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Dana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Confirm pricing with sales</a:t>
                      </a:r>
                    </a:p>
                  </a:txBody>
                </a:tc>
              </a:tr>
            </a:tbl>
          </a:graphicData>
        </a:graphic>
      </p:graphicFrame>
    </p:spTree>
  </p:cSld>
</p:sld>
</file>
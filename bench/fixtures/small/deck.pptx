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  <p:sldId id="258" r:id="rId4"/>
    <p:sldId id="259" r:id="rId5"/>
    <p:sldId id="260" r:id="rId6"/>
  </p:sldIdLst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/>
        <p:txBody>
          <a:bodyPr/>
          <a:lstStyle/>
          <a:p>
            <a:r>
              <a:rPr lang="en-US"/>
              <a:t>Q3 Business Review</a:t>
            </a:r>
          </a:p>
        </p:txBody>
      </p:sp>
      <p:sp>
        <p:nvSpPr>
          <p:cNvPr id="3" name="Content 2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Prepared by the PD team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Highlights</a:t>
            </a:r>
          </a:p>
        </p:txBody>
      </p:sp>
      <p:sp>
        <p:nvSpPr>
          <p:cNvPr id="3" name="Content 2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Sample throughput up 18%</a:t>
            </a:r>
          </a:p>
          <a:p>
            <a:r>
              <a:rPr lang="en-US"/>
              <a:t>Two new suppliers onboarded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Pricing Update</a:t>
            </a:r>
          </a:p>
        </p:txBody>
      </p:sp>
      <p:sp>
        <p:nvSpPr>
          <p:cNvPr id="3" name="Content 2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Base price rises 4% in October</a:t>
            </a:r>
          </a:p>
          <a:p>
            <a:r>
              <a:rPr lang="en-US"/>
              <a:t>Volume discounts unchanged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Risks</a:t>
            </a:r>
          </a:p>
        </p:txBody>
      </p:sp>
      <p:sp>
        <p:nvSpPr>
          <p:cNvPr id="3" name="Content 2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Freight delays in Q4</a:t>
            </a:r>
          </a:p>
          <a:p>
            <a:r>
              <a:rPr lang="en-US"/>
              <a:t>Wool cost volatility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Content 2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Confirm pricing with sales</a:t>
            </a:r>
          </a:p>
          <a:p>
            <a:r>
              <a:rPr lang="en-US"/>
              <a:t>Finalize holiday colorways</a:t>
            </a:r>
          </a:p>
        </p:txBody>
      </p:sp>
    </p:spTree>
  </p:cSld>
</p:sld>
</file>